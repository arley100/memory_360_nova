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Proposition Boréal : 29 octobre (non approuvée)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Statut NOVA - 2 octobre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ACC-303 fermé</a:t>
            </a:r>
          </a:p>
          <a:p>
            <a:r>
              <a:t>SEC-210 : re-test non concluant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